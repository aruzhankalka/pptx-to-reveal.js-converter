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C043-5B37-4D97-BBC1-53543CBBF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49742-EE48-4DC8-BE23-B71B1DB61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0006B-E84F-4C4E-B58D-390E0A99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AB89B-A06F-42CF-93EC-824FBAE8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DD0C-6E4F-4CB3-BDF9-063292BC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4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8737-E842-4000-9809-A1AB0A0B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AE6D-1B70-43F6-B757-E185AE30D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017BA-CD18-45B6-8AA4-2FD7C10A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6889-2A6F-4986-8F86-4318C73E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D1D66-2699-4FC0-B17B-616E6A3E6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1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3FDF-3F90-4721-B7A2-B3F283D8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B4099-462D-41D9-AB78-2B15D81E2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CBBA0-D65B-4A71-B7BB-1DF5C150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4AA05-43FA-443E-9B62-A8BF0F0E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E2313-6A15-41AF-AECF-3610BB55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1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DE11-58CB-4BD8-9BDA-CE769A87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594F-98E3-4B80-B49B-2B3D1EA49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2C902-EA90-4D21-8A14-514DFFCA7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9100B-F22C-41E1-9BF4-E6BDA8C2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D5B65-3712-49B9-9142-239BD441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CD971-E684-4A71-ACDD-A06D0E4C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7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E478-34F6-4CAC-B29F-EDE33403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4A513-521E-405A-8697-79F95E40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3D8DB-B24E-4548-80A3-FDEA21731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EDA61-964E-45DC-B8CD-179A2E145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64105-0091-43BB-9A31-FA1B2F5EF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E0600-BE91-4F6B-9252-F450A684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3F25CC-A4C8-4D49-891A-CC9E1D7B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F8D9B-7FDA-435C-8E47-0FD03966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35BE-A80A-46E1-95B9-D5E757E0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43459-6206-4DED-8701-937EFE41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1452D-CD72-416F-9833-9E9C01B6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7DAFE-436D-4CA4-AC12-1B83B0A4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2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5B2A3-BC13-4788-8469-593F38D7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07468-7F5B-4D34-B531-E3980E26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15148-25C7-46AA-BDC6-97F6E57D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3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F802-0A25-4060-8F0D-90A8A6D3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2600-A956-4ADF-BBFA-8525E26B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A54F-2180-4907-BB04-2C6779FCF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9B322-7755-4EA4-B8EC-4A4AF862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9296-87E9-4CD3-9909-2BA0C2B1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00A8C-129B-4B8F-B15B-8B22FC2E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3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2B22-BB11-4B53-8CE0-D46C7A9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1ED92-5BD9-433A-A98C-007913442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574F9-9294-402F-8D28-D7ECDFFC5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7988A-589A-4ED9-A819-BAE363E7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0CADE-DC1A-4CAE-A679-C056D3C1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42B21-7107-44FE-96BD-FF2951D5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43F4-6787-4D14-BBDB-1F06337B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1E2B5-C078-49DA-B28B-DF6398C4C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7B8FB-976A-4E0C-9114-38C94003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FC6AD-D98C-44E3-81CD-57AD57FC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5C9E5-E77D-45D1-985E-B039DFD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EF3B1-C01D-48FB-9A83-5675BCC3A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682A8-659B-4555-98A5-9C9D45C3C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676BD-912A-41C4-BA19-1AF527A3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B98BC-F4D7-490C-A6D8-E007EF0D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0EE5-31E7-4662-A30F-B238DD2D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61311-1D56-4296-8611-6050BDEE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732D8-7E41-4021-BA22-72BCAB285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CCB8F-145B-4898-A0F1-C6C2EF2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AFE62-CD6F-45C8-A182-9EB26BDF49C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F477-50C2-4BD8-8281-6947352F5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B40F8-7D37-4ED8-8628-BF65854F4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B8117-467C-4A0D-BE67-216F99C35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0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039F-F3B8-4736-B33F-F929D45AA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56657" y="489856"/>
            <a:ext cx="5366657" cy="842963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7B153-CF26-418B-8DBF-3E6B23A0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76269" y="2258458"/>
            <a:ext cx="2071171" cy="2812055"/>
          </a:xfrm>
        </p:spPr>
        <p:txBody>
          <a:bodyPr/>
          <a:lstStyle/>
          <a:p>
            <a:r>
              <a:rPr lang="en-US" dirty="0"/>
              <a:t>cats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17348-868C-4DF2-B7FC-FDFAEF5F8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615" y="348933"/>
            <a:ext cx="6211900" cy="616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4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2EF5-DDA5-4B48-939C-32E76642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CAA7-D64D-4341-A14A-250B10BE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Cats </a:t>
            </a:r>
            <a:r>
              <a:rPr lang="en-US" dirty="0" err="1"/>
              <a:t>cats</a:t>
            </a:r>
            <a:r>
              <a:rPr lang="en-US" dirty="0"/>
              <a:t> </a:t>
            </a:r>
            <a:r>
              <a:rPr lang="en-US" dirty="0" err="1"/>
              <a:t>cats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80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Sample</vt:lpstr>
      <vt:lpstr>123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Aidin Kydyraliev</dc:creator>
  <cp:lastModifiedBy>Aidin Kydyraliev</cp:lastModifiedBy>
  <cp:revision>1</cp:revision>
  <dcterms:created xsi:type="dcterms:W3CDTF">2026-05-11T10:09:24Z</dcterms:created>
  <dcterms:modified xsi:type="dcterms:W3CDTF">2026-05-11T10:09:37Z</dcterms:modified>
</cp:coreProperties>
</file>